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714" r:id="rId5"/>
    <p:sldId id="694" r:id="rId6"/>
    <p:sldId id="692" r:id="rId7"/>
    <p:sldId id="693" r:id="rId8"/>
    <p:sldId id="695" r:id="rId9"/>
    <p:sldId id="708" r:id="rId10"/>
    <p:sldId id="711" r:id="rId11"/>
    <p:sldId id="709" r:id="rId12"/>
    <p:sldId id="704" r:id="rId13"/>
    <p:sldId id="721" r:id="rId14"/>
    <p:sldId id="715" r:id="rId15"/>
    <p:sldId id="703" r:id="rId16"/>
    <p:sldId id="712" r:id="rId17"/>
    <p:sldId id="713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73" autoAdjust="0"/>
  </p:normalViewPr>
  <p:slideViewPr>
    <p:cSldViewPr snapToGrid="0">
      <p:cViewPr varScale="1">
        <p:scale>
          <a:sx n="152" d="100"/>
          <a:sy n="152" d="100"/>
        </p:scale>
        <p:origin x="186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wab Janis" userId="7c02f9c5-299d-4e38-8e54-e13c1b5b7bc6" providerId="ADAL" clId="{44999815-BFA7-4AD4-AACE-3B1CA7F96C2E}"/>
    <pc:docChg chg="custSel modSld">
      <pc:chgData name="Schwab Janis" userId="7c02f9c5-299d-4e38-8e54-e13c1b5b7bc6" providerId="ADAL" clId="{44999815-BFA7-4AD4-AACE-3B1CA7F96C2E}" dt="2024-09-04T07:17:53.143" v="3" actId="26606"/>
      <pc:docMkLst>
        <pc:docMk/>
      </pc:docMkLst>
      <pc:sldChg chg="addSp modSp mod setBg">
        <pc:chgData name="Schwab Janis" userId="7c02f9c5-299d-4e38-8e54-e13c1b5b7bc6" providerId="ADAL" clId="{44999815-BFA7-4AD4-AACE-3B1CA7F96C2E}" dt="2024-09-04T07:17:53.143" v="3" actId="26606"/>
        <pc:sldMkLst>
          <pc:docMk/>
          <pc:sldMk cId="3832712530" sldId="704"/>
        </pc:sldMkLst>
      </pc:sldChg>
    </pc:docChg>
  </pc:docChgLst>
  <pc:docChgLst>
    <pc:chgData name="Schwab Janis" userId="7c02f9c5-299d-4e38-8e54-e13c1b5b7bc6" providerId="ADAL" clId="{C69014A5-0A85-4F8B-89B2-F73D62E8A0D6}"/>
    <pc:docChg chg="addSld modSld">
      <pc:chgData name="Schwab Janis" userId="7c02f9c5-299d-4e38-8e54-e13c1b5b7bc6" providerId="ADAL" clId="{C69014A5-0A85-4F8B-89B2-F73D62E8A0D6}" dt="2025-05-02T11:01:29.368" v="0"/>
      <pc:docMkLst>
        <pc:docMk/>
      </pc:docMkLst>
      <pc:sldChg chg="add">
        <pc:chgData name="Schwab Janis" userId="7c02f9c5-299d-4e38-8e54-e13c1b5b7bc6" providerId="ADAL" clId="{C69014A5-0A85-4F8B-89B2-F73D62E8A0D6}" dt="2025-05-02T11:01:29.368" v="0"/>
        <pc:sldMkLst>
          <pc:docMk/>
          <pc:sldMk cId="1028636946" sldId="721"/>
        </pc:sldMkLst>
      </pc:sldChg>
    </pc:docChg>
  </pc:docChgLst>
  <pc:docChgLst>
    <pc:chgData name="Schwab Janis" userId="7c02f9c5-299d-4e38-8e54-e13c1b5b7bc6" providerId="ADAL" clId="{22F9DBFD-21A0-48A1-8099-4F6E8A5CBC91}"/>
    <pc:docChg chg="undo custSel modSld">
      <pc:chgData name="Schwab Janis" userId="7c02f9c5-299d-4e38-8e54-e13c1b5b7bc6" providerId="ADAL" clId="{22F9DBFD-21A0-48A1-8099-4F6E8A5CBC91}" dt="2025-05-26T09:23:14.747" v="80" actId="20577"/>
      <pc:docMkLst>
        <pc:docMk/>
      </pc:docMkLst>
      <pc:sldChg chg="modSp mod">
        <pc:chgData name="Schwab Janis" userId="7c02f9c5-299d-4e38-8e54-e13c1b5b7bc6" providerId="ADAL" clId="{22F9DBFD-21A0-48A1-8099-4F6E8A5CBC91}" dt="2025-05-26T09:23:03.625" v="52" actId="20577"/>
        <pc:sldMkLst>
          <pc:docMk/>
          <pc:sldMk cId="1313186404" sldId="703"/>
        </pc:sldMkLst>
        <pc:spChg chg="mod">
          <ac:chgData name="Schwab Janis" userId="7c02f9c5-299d-4e38-8e54-e13c1b5b7bc6" providerId="ADAL" clId="{22F9DBFD-21A0-48A1-8099-4F6E8A5CBC91}" dt="2025-05-26T09:23:03.625" v="52" actId="20577"/>
          <ac:spMkLst>
            <pc:docMk/>
            <pc:sldMk cId="1313186404" sldId="703"/>
            <ac:spMk id="6" creationId="{A0B00DF8-8609-40F9-B4BB-746B1E0F039B}"/>
          </ac:spMkLst>
        </pc:spChg>
      </pc:sldChg>
      <pc:sldChg chg="addSp delSp modSp mod">
        <pc:chgData name="Schwab Janis" userId="7c02f9c5-299d-4e38-8e54-e13c1b5b7bc6" providerId="ADAL" clId="{22F9DBFD-21A0-48A1-8099-4F6E8A5CBC91}" dt="2025-05-26T09:23:14.747" v="80" actId="20577"/>
        <pc:sldMkLst>
          <pc:docMk/>
          <pc:sldMk cId="3832712530" sldId="704"/>
        </pc:sldMkLst>
        <pc:spChg chg="mod">
          <ac:chgData name="Schwab Janis" userId="7c02f9c5-299d-4e38-8e54-e13c1b5b7bc6" providerId="ADAL" clId="{22F9DBFD-21A0-48A1-8099-4F6E8A5CBC91}" dt="2025-05-26T09:23:14.747" v="80" actId="20577"/>
          <ac:spMkLst>
            <pc:docMk/>
            <pc:sldMk cId="3832712530" sldId="704"/>
            <ac:spMk id="6" creationId="{A0B00DF8-8609-40F9-B4BB-746B1E0F039B}"/>
          </ac:spMkLst>
        </pc:spChg>
        <pc:spChg chg="add del">
          <ac:chgData name="Schwab Janis" userId="7c02f9c5-299d-4e38-8e54-e13c1b5b7bc6" providerId="ADAL" clId="{22F9DBFD-21A0-48A1-8099-4F6E8A5CBC91}" dt="2025-05-26T09:21:58.815" v="2" actId="22"/>
          <ac:spMkLst>
            <pc:docMk/>
            <pc:sldMk cId="3832712530" sldId="704"/>
            <ac:spMk id="9" creationId="{17D1C0EB-5A69-5278-D484-199CED7CD36B}"/>
          </ac:spMkLst>
        </pc:spChg>
        <pc:spChg chg="del">
          <ac:chgData name="Schwab Janis" userId="7c02f9c5-299d-4e38-8e54-e13c1b5b7bc6" providerId="ADAL" clId="{22F9DBFD-21A0-48A1-8099-4F6E8A5CBC91}" dt="2025-05-26T09:22:19.518" v="4" actId="26606"/>
          <ac:spMkLst>
            <pc:docMk/>
            <pc:sldMk cId="3832712530" sldId="704"/>
            <ac:spMk id="13" creationId="{F13C74B1-5B17-4795-BED0-7140497B445A}"/>
          </ac:spMkLst>
        </pc:spChg>
        <pc:spChg chg="del">
          <ac:chgData name="Schwab Janis" userId="7c02f9c5-299d-4e38-8e54-e13c1b5b7bc6" providerId="ADAL" clId="{22F9DBFD-21A0-48A1-8099-4F6E8A5CBC91}" dt="2025-05-26T09:22:19.518" v="4" actId="26606"/>
          <ac:spMkLst>
            <pc:docMk/>
            <pc:sldMk cId="3832712530" sldId="704"/>
            <ac:spMk id="15" creationId="{D4974D33-8DC5-464E-8C6D-BE58F0669C17}"/>
          </ac:spMkLst>
        </pc:spChg>
        <pc:spChg chg="add">
          <ac:chgData name="Schwab Janis" userId="7c02f9c5-299d-4e38-8e54-e13c1b5b7bc6" providerId="ADAL" clId="{22F9DBFD-21A0-48A1-8099-4F6E8A5CBC91}" dt="2025-05-26T09:22:19.518" v="4" actId="26606"/>
          <ac:spMkLst>
            <pc:docMk/>
            <pc:sldMk cId="3832712530" sldId="704"/>
            <ac:spMk id="20" creationId="{F13C74B1-5B17-4795-BED0-7140497B445A}"/>
          </ac:spMkLst>
        </pc:spChg>
        <pc:spChg chg="add">
          <ac:chgData name="Schwab Janis" userId="7c02f9c5-299d-4e38-8e54-e13c1b5b7bc6" providerId="ADAL" clId="{22F9DBFD-21A0-48A1-8099-4F6E8A5CBC91}" dt="2025-05-26T09:22:19.518" v="4" actId="26606"/>
          <ac:spMkLst>
            <pc:docMk/>
            <pc:sldMk cId="3832712530" sldId="704"/>
            <ac:spMk id="22" creationId="{D4974D33-8DC5-464E-8C6D-BE58F0669C17}"/>
          </ac:spMkLst>
        </pc:spChg>
        <pc:picChg chg="del">
          <ac:chgData name="Schwab Janis" userId="7c02f9c5-299d-4e38-8e54-e13c1b5b7bc6" providerId="ADAL" clId="{22F9DBFD-21A0-48A1-8099-4F6E8A5CBC91}" dt="2025-05-26T09:21:56.414" v="0" actId="478"/>
          <ac:picMkLst>
            <pc:docMk/>
            <pc:sldMk cId="3832712530" sldId="704"/>
            <ac:picMk id="8" creationId="{8F44B235-6A91-72C0-731F-3DC78D17483D}"/>
          </ac:picMkLst>
        </pc:picChg>
        <pc:picChg chg="add mod ord">
          <ac:chgData name="Schwab Janis" userId="7c02f9c5-299d-4e38-8e54-e13c1b5b7bc6" providerId="ADAL" clId="{22F9DBFD-21A0-48A1-8099-4F6E8A5CBC91}" dt="2025-05-26T09:22:19.518" v="4" actId="26606"/>
          <ac:picMkLst>
            <pc:docMk/>
            <pc:sldMk cId="3832712530" sldId="704"/>
            <ac:picMk id="11" creationId="{C43DA5EF-3111-2AEF-C577-E1255F56112C}"/>
          </ac:picMkLst>
        </pc:picChg>
      </pc:sldChg>
      <pc:sldChg chg="modSp mod">
        <pc:chgData name="Schwab Janis" userId="7c02f9c5-299d-4e38-8e54-e13c1b5b7bc6" providerId="ADAL" clId="{22F9DBFD-21A0-48A1-8099-4F6E8A5CBC91}" dt="2025-05-26T09:22:58.674" v="36" actId="20577"/>
        <pc:sldMkLst>
          <pc:docMk/>
          <pc:sldMk cId="958069944" sldId="715"/>
        </pc:sldMkLst>
        <pc:spChg chg="mod">
          <ac:chgData name="Schwab Janis" userId="7c02f9c5-299d-4e38-8e54-e13c1b5b7bc6" providerId="ADAL" clId="{22F9DBFD-21A0-48A1-8099-4F6E8A5CBC91}" dt="2025-05-26T09:22:58.674" v="36" actId="20577"/>
          <ac:spMkLst>
            <pc:docMk/>
            <pc:sldMk cId="958069944" sldId="715"/>
            <ac:spMk id="6" creationId="{A0B00DF8-8609-40F9-B4BB-746B1E0F039B}"/>
          </ac:spMkLst>
        </pc:spChg>
      </pc:sldChg>
      <pc:sldChg chg="modSp mod">
        <pc:chgData name="Schwab Janis" userId="7c02f9c5-299d-4e38-8e54-e13c1b5b7bc6" providerId="ADAL" clId="{22F9DBFD-21A0-48A1-8099-4F6E8A5CBC91}" dt="2025-05-26T09:22:46.586" v="20" actId="20577"/>
        <pc:sldMkLst>
          <pc:docMk/>
          <pc:sldMk cId="1028636946" sldId="721"/>
        </pc:sldMkLst>
        <pc:spChg chg="mod">
          <ac:chgData name="Schwab Janis" userId="7c02f9c5-299d-4e38-8e54-e13c1b5b7bc6" providerId="ADAL" clId="{22F9DBFD-21A0-48A1-8099-4F6E8A5CBC91}" dt="2025-05-26T09:22:46.586" v="20" actId="20577"/>
          <ac:spMkLst>
            <pc:docMk/>
            <pc:sldMk cId="1028636946" sldId="721"/>
            <ac:spMk id="6" creationId="{F6C1338B-B3F7-B0E4-E6F0-D80A2FD5588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7F5F705-CDC4-4C64-8F78-CD756DC74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9B209C-A071-41E3-B281-7B2A604E1B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00214-E36C-42EE-B3E2-99167DB1983F}" type="datetimeFigureOut">
              <a:rPr lang="de-CH" smtClean="0"/>
              <a:t>26.05.2025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20CEFF2-49A6-4207-A62D-5CE572829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A76C09-B2BA-4142-89A5-DC77CE76FD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47F521-A6BF-464A-865E-BEE24F56DC0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630536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7:28.978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0 1337,'4092'-1330,"-4071"1323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7:28.979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749 0,'-744'2986,"739"-2966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7:28.980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1 1,'3203'1632,"-3174"-1617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2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0,'2686'1989,"-2673"-1979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3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0,'2858'1918,"-2831"-1901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5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1845,'2837'-1832,"-2817"1819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6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1 1800,'2572'-1781,"-2546"1763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7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1 944,'2313'-935,"-2293"927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8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1009,'2143'-999,"-2122"989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29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1 0,'1514'707,"-753"-353,-742-345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0"/>
    </inkml:context>
    <inkml:brush xml:id="br0">
      <inkml:brushProperty name="width" value="0.2" units="cm"/>
      <inkml:brushProperty name="height" value="0.2" units="cm"/>
      <inkml:brushProperty name="color" value="#F6630D"/>
      <inkml:brushProperty name="ignorePressure" value="1"/>
    </inkml:brush>
  </inkml:definitions>
  <inkml:trace contextRef="#ctx0" brushRef="#br0">0 0,'2257'1101,"-2232"-1089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1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0 0,'1659'1843,"-1647"-1830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2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1 1517,'1609'-1501,"-1592"1486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29T06:39:05.133"/>
    </inkml:context>
    <inkml:brush xml:id="br0">
      <inkml:brushProperty name="width" value="0.2" units="cm"/>
      <inkml:brushProperty name="height" value="0.2" units="cm"/>
      <inkml:brushProperty name="color" value="#FFC000"/>
      <inkml:brushProperty name="ignorePressure" value="1"/>
    </inkml:brush>
  </inkml:definitions>
  <inkml:trace contextRef="#ctx0" brushRef="#br0">0 0,'3450'302,"-3427"-300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40686-8256-4814-B33E-B07049EA7506}" type="datetimeFigureOut">
              <a:rPr lang="de-CH" smtClean="0"/>
              <a:t>26.05.2025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13CF7B-22E8-49E9-91C3-02AD7933735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7534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Calibri"/>
              <a:buChar char="-"/>
            </a:pPr>
            <a:r>
              <a:rPr lang="de-DE" dirty="0">
                <a:cs typeface="Calibri" panose="020F0502020204030204"/>
              </a:rPr>
              <a:t>Merci fürs Kommen</a:t>
            </a:r>
          </a:p>
          <a:p>
            <a:pPr marL="171450" indent="-171450">
              <a:buFont typeface="Calibri"/>
              <a:buChar char="-"/>
            </a:pPr>
            <a:r>
              <a:rPr lang="de-DE" dirty="0">
                <a:ea typeface="Calibri"/>
                <a:cs typeface="Calibri" panose="020F0502020204030204"/>
              </a:rPr>
              <a:t>Danke für euren Einsatz generell im Kifu</a:t>
            </a:r>
          </a:p>
          <a:p>
            <a:pPr marL="171450" indent="-171450">
              <a:buFont typeface="Calibri"/>
              <a:buChar char="-"/>
            </a:pPr>
            <a:r>
              <a:rPr lang="de-DE" dirty="0">
                <a:ea typeface="Calibri"/>
                <a:cs typeface="Calibri" panose="020F0502020204030204"/>
              </a:rPr>
              <a:t>KIFU-Abteilung ist die wichtigste Abteilung im Verein, da es die 1. Begegnung der Kindern und Eltern im Verein ist.</a:t>
            </a:r>
          </a:p>
          <a:p>
            <a:pPr marL="171450" indent="-171450">
              <a:buFont typeface="Calibri"/>
              <a:buChar char="-"/>
            </a:pPr>
            <a:r>
              <a:rPr lang="de-DE" dirty="0">
                <a:ea typeface="Calibri"/>
                <a:cs typeface="Calibri" panose="020F0502020204030204"/>
              </a:rPr>
              <a:t>Daher ist es uns so wichtig und daher möchten wir das Kifu-Mentoring machen</a:t>
            </a:r>
          </a:p>
        </p:txBody>
      </p:sp>
    </p:spTree>
    <p:extLst>
      <p:ext uri="{BB962C8B-B14F-4D97-AF65-F5344CB8AC3E}">
        <p14:creationId xmlns:p14="http://schemas.microsoft.com/office/powerpoint/2010/main" val="3168257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r>
              <a:rPr lang="en-US" dirty="0" err="1">
                <a:cs typeface="Calibri"/>
              </a:rPr>
              <a:t>Postentraining</a:t>
            </a:r>
            <a:r>
              <a:rPr lang="en-US">
                <a:cs typeface="Calibri"/>
              </a:rPr>
              <a:t> von 1-4 der gleichen Gruppe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cs typeface="Calibri"/>
              </a:rPr>
              <a:t>Pooltraining</a:t>
            </a:r>
          </a:p>
          <a:p>
            <a:pPr marL="285750" indent="-285750">
              <a:buFont typeface="Calibri"/>
              <a:buChar char="-"/>
            </a:pPr>
            <a:r>
              <a:rPr lang="en-US" err="1">
                <a:cs typeface="Calibri"/>
              </a:rPr>
              <a:t>Hilftrainer:innen</a:t>
            </a:r>
            <a:r>
              <a:rPr lang="en-US" dirty="0">
                <a:cs typeface="Calibri"/>
              </a:rPr>
              <a:t>: wo </a:t>
            </a:r>
            <a:r>
              <a:rPr lang="en-US">
                <a:cs typeface="Calibri"/>
              </a:rPr>
              <a:t>einsetzen? -&gt; "Fussball spielen" </a:t>
            </a:r>
            <a:r>
              <a:rPr lang="en-US" dirty="0" err="1">
                <a:cs typeface="Calibri"/>
              </a:rPr>
              <a:t>oder</a:t>
            </a:r>
            <a:r>
              <a:rPr lang="en-US" dirty="0">
                <a:cs typeface="Calibri"/>
              </a:rPr>
              <a:t> "</a:t>
            </a:r>
            <a:r>
              <a:rPr lang="en-US" dirty="0" err="1">
                <a:cs typeface="Calibri"/>
              </a:rPr>
              <a:t>Vielseitigkeit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erleben</a:t>
            </a:r>
            <a:r>
              <a:rPr lang="en-US" dirty="0">
                <a:cs typeface="Calibri"/>
              </a:rPr>
              <a:t>"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13CF7B-22E8-49E9-91C3-02AD7933735D}" type="slidenum">
              <a:rPr lang="de-CH" smtClean="0"/>
              <a:t>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590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5" descr="vorlage_powerpoint.jpg">
            <a:extLst>
              <a:ext uri="{FF2B5EF4-FFF2-40B4-BE49-F238E27FC236}">
                <a16:creationId xmlns:a16="http://schemas.microsoft.com/office/drawing/2014/main" id="{16CFDE06-6371-424E-BFE8-195DD170E5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4437" r="56500"/>
          <a:stretch/>
        </p:blipFill>
        <p:spPr>
          <a:xfrm>
            <a:off x="0" y="3777257"/>
            <a:ext cx="3976505" cy="30807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12DA1EA-D1B6-4623-850A-BFF38F0D6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9" y="2207108"/>
            <a:ext cx="9304421" cy="108218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4472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048D40-7095-440D-99A5-5D3250B3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6979BD-B79F-402B-B251-8F774431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DB7324-2E23-4D78-9C6A-3534DBE7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Datum der Präsentation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958467-ADFD-4785-ACE8-147A142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57955736-CB14-420F-B348-42EAD6162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CH" dirty="0"/>
              <a:t>Titel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78214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FF4CF2-2B18-44ED-A8FF-05146E8F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89ACBA-2446-4997-81D6-3871BD6A8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D01D7E-DCBB-4067-B84A-C2EAB064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EA89BC-7357-4A0F-9A49-ABD76042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856800-D857-417E-96F5-A9B8EABD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E7DCA57-EFE3-4ED4-9323-788B847FB1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5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9D224-86BC-4979-854B-8C2F402B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D72997-CF0D-46A2-A1CB-3AFD9BF00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72EC52-A097-4D4B-95E1-417CDE56D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F8AD80-709B-40A2-8D21-2BFDD292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CDA570-4100-4CB8-A786-6F0A2D83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A3EC0F-94DC-425E-9605-A7A0A2DF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9500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4E980-FA85-4E02-BB5B-443E3DDE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10A9FA-958C-4A60-85B3-1BFDE48E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66B37B-6336-46B5-BDE5-E77586325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3E21AD4-211E-43BE-8C2E-E95658151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592BB67-C160-4142-A9CA-60FFF315C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12785E-81F9-4238-B769-9051A2B2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70C5FB2-4496-4340-8C31-33A91B38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56E21E9-2ACC-484E-A57F-15C69D75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8AB7660-EF45-4521-9FBF-FB006BECE8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3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180F89-DB5B-4F76-A535-E74ECF8A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5B3479-2DD6-4523-A413-807E1CBBE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3FDEF3-AE9C-4540-A05A-4F397F75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C2ED64-D4B5-4692-A907-94EAE40E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AA7E848-B082-45F2-8C6B-7840CD78F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4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0C6DF82-4666-4D18-B06B-DAD8D910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C06531-1942-4262-B08E-58B53FB5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A1C064-D9B8-4163-B53D-9BAF3223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E639A3B-AB7A-4BF7-9968-D1A901229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21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EAD33E-0FC4-417A-9AEE-2E26B2AC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9129E3-DA2B-4F3D-957F-7230A187E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224C244-56C8-49FC-B037-F4CA405EF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B80578-E44A-452B-BC44-62A0C3A9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6C6257-21FD-45CF-B91D-6A769354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0D16CF-DA29-4E5E-B829-8F9BEF69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A5A14D2-FFD7-454C-8226-C1ACED78BA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4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3F87C8-99D8-45D6-A29A-0878EE57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DE3F23-12B1-45B6-949E-71E0DB714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311385-8304-49BC-83D3-B6D3E6603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09C2B6-17AE-463E-BB59-37AD035D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79092AB-7216-4909-AB0D-16B3C490D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C0FA00-B246-4F0C-8FA0-B71B9EBE4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EF26AB-B3AB-4B23-AABB-D2664D9C3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B13318-31E0-4E07-8733-26300C1A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0D37D1-F81A-4FE1-B33F-520970D1B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14FB03-6AC8-4140-A84D-BA7F22F0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CBBF3-137F-4F5B-941F-E03E52E1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7E1607-7617-484D-AA5E-6079D60AA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5A379D5-10F5-4D45-864C-A45BA06B86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E8EA63-1831-42F7-BAEF-2A96B024B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577289-2094-47B3-8FB9-0997ED0BC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A35CA7A-768E-42AC-B712-C178094B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612F6D-35F9-41ED-88B7-53FB52870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8C70F6-39C3-4BA7-AA63-160C1A51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53FE96D-76EC-434D-A7C5-0195CEBAB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66853" y="333041"/>
            <a:ext cx="2088000" cy="72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9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E9B0F6-865A-4E20-9762-1DAB7F17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817860E-F32C-4798-AE05-72C552132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EB5A83-E7EB-4CFA-BE48-E526541A8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A14048-EEC2-462B-BB10-27A7F9675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/>
              <a:t>Titel der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1963A0-4BC2-4CF2-B2C9-5A77A2903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AB213-EF28-49F9-86B8-431E92A3F2A7}" type="slidenum">
              <a:rPr lang="de-CH" smtClean="0"/>
              <a:t>‹Nr.›</a:t>
            </a:fld>
            <a:endParaRPr lang="de-CH"/>
          </a:p>
        </p:txBody>
      </p:sp>
      <p:pic>
        <p:nvPicPr>
          <p:cNvPr id="9" name="Grafik 8" descr="Ein Bild, das Grafiken, Schrift, rot, Design enthält.&#10;&#10;Automatisch generierte Beschreibung">
            <a:extLst>
              <a:ext uri="{FF2B5EF4-FFF2-40B4-BE49-F238E27FC236}">
                <a16:creationId xmlns:a16="http://schemas.microsoft.com/office/drawing/2014/main" id="{56759C45-295F-1350-0E1B-357112FA34F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1418" y="86342"/>
            <a:ext cx="2619241" cy="118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8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customXml" Target="../ink/ink2.xml"/><Relationship Id="rId4" Type="http://schemas.openxmlformats.org/officeDocument/2006/relationships/image" Target="../media/image1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24.png"/><Relationship Id="rId18" Type="http://schemas.openxmlformats.org/officeDocument/2006/relationships/customXml" Target="../ink/ink11.xml"/><Relationship Id="rId3" Type="http://schemas.openxmlformats.org/officeDocument/2006/relationships/customXml" Target="../ink/ink4.xml"/><Relationship Id="rId21" Type="http://schemas.openxmlformats.org/officeDocument/2006/relationships/image" Target="../media/image28.png"/><Relationship Id="rId7" Type="http://schemas.openxmlformats.org/officeDocument/2006/relationships/image" Target="../media/image210.png"/><Relationship Id="rId12" Type="http://schemas.openxmlformats.org/officeDocument/2006/relationships/customXml" Target="../ink/ink8.xml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2" Type="http://schemas.openxmlformats.org/officeDocument/2006/relationships/image" Target="../media/image12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24" Type="http://schemas.openxmlformats.org/officeDocument/2006/relationships/customXml" Target="../ink/ink14.xml"/><Relationship Id="rId5" Type="http://schemas.openxmlformats.org/officeDocument/2006/relationships/customXml" Target="../ink/ink5.xml"/><Relationship Id="rId15" Type="http://schemas.openxmlformats.org/officeDocument/2006/relationships/image" Target="../media/image25.png"/><Relationship Id="rId23" Type="http://schemas.openxmlformats.org/officeDocument/2006/relationships/image" Target="../media/image29.png"/><Relationship Id="rId10" Type="http://schemas.openxmlformats.org/officeDocument/2006/relationships/customXml" Target="../ink/ink7.xml"/><Relationship Id="rId19" Type="http://schemas.openxmlformats.org/officeDocument/2006/relationships/image" Target="../media/image27.png"/><Relationship Id="rId4" Type="http://schemas.openxmlformats.org/officeDocument/2006/relationships/image" Target="../media/image110.png"/><Relationship Id="rId9" Type="http://schemas.openxmlformats.org/officeDocument/2006/relationships/image" Target="../media/image120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VORBEREITUNGEN</a:t>
            </a:r>
            <a:br>
              <a:rPr lang="de-CH" sz="2800" dirty="0"/>
            </a:br>
            <a:r>
              <a:rPr lang="de-CH" dirty="0"/>
              <a:t>für KIFU-Mentoring-Abend</a:t>
            </a:r>
            <a:endParaRPr lang="de-CH" sz="2800" dirty="0">
              <a:cs typeface="Calibri Ligh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600" dirty="0"/>
              <a:t>Zu zweit, </a:t>
            </a:r>
            <a:r>
              <a:rPr lang="de-DE" sz="2600" dirty="0" err="1"/>
              <a:t>ausser</a:t>
            </a:r>
            <a:r>
              <a:rPr lang="de-DE" sz="2600" dirty="0"/>
              <a:t> erfahrene Leute im Verein</a:t>
            </a:r>
            <a:endParaRPr lang="de-DE" dirty="0"/>
          </a:p>
          <a:p>
            <a:r>
              <a:rPr lang="de-DE" sz="2600" dirty="0">
                <a:cs typeface="Calibri"/>
              </a:rPr>
              <a:t>Vor dem Training </a:t>
            </a:r>
            <a:r>
              <a:rPr lang="de-DE" sz="2600" dirty="0" err="1">
                <a:cs typeface="Calibri"/>
              </a:rPr>
              <a:t>Trainer:innen-Briefing</a:t>
            </a:r>
            <a:r>
              <a:rPr lang="de-DE" sz="2600" dirty="0">
                <a:cs typeface="Calibri"/>
              </a:rPr>
              <a:t> (Training besprechen)</a:t>
            </a:r>
          </a:p>
          <a:p>
            <a:r>
              <a:rPr lang="de-DE" sz="2600" dirty="0" err="1">
                <a:cs typeface="Calibri"/>
              </a:rPr>
              <a:t>Trainingspräp</a:t>
            </a:r>
            <a:r>
              <a:rPr lang="de-DE" sz="2600" dirty="0">
                <a:cs typeface="Calibri"/>
              </a:rPr>
              <a:t> ausdrucken und den Teilnehmenden vor dem Training abgeben</a:t>
            </a:r>
          </a:p>
          <a:p>
            <a:r>
              <a:rPr lang="de-DE" sz="2600" dirty="0">
                <a:cs typeface="Calibri"/>
              </a:rPr>
              <a:t>Je </a:t>
            </a:r>
            <a:r>
              <a:rPr lang="de-DE" sz="2600">
                <a:cs typeface="Calibri"/>
              </a:rPr>
              <a:t>nach Vorkenntnissen</a:t>
            </a:r>
            <a:r>
              <a:rPr lang="de-DE" sz="2600" dirty="0">
                <a:cs typeface="Calibri"/>
              </a:rPr>
              <a:t> der Teilnehmenden weitere Folien im Anhang</a:t>
            </a:r>
          </a:p>
          <a:p>
            <a:r>
              <a:rPr lang="de-DE" sz="2600">
                <a:cs typeface="Calibri"/>
              </a:rPr>
              <a:t>Merkblatt 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33939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4298B-E641-4185-A5C7-7F8E50359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89" y="2207108"/>
            <a:ext cx="9304421" cy="2142804"/>
          </a:xfrm>
        </p:spPr>
        <p:txBody>
          <a:bodyPr>
            <a:normAutofit/>
          </a:bodyPr>
          <a:lstStyle/>
          <a:p>
            <a:pPr algn="l"/>
            <a:r>
              <a:rPr lang="de-CH" sz="4400" dirty="0"/>
              <a:t>KIFU-Mentoring FVBJ</a:t>
            </a:r>
            <a:br>
              <a:rPr lang="de-CH" sz="4400" dirty="0"/>
            </a:br>
            <a:r>
              <a:rPr lang="de-CH" dirty="0"/>
              <a:t>Beispieltrainings</a:t>
            </a:r>
          </a:p>
        </p:txBody>
      </p:sp>
    </p:spTree>
    <p:extLst>
      <p:ext uri="{BB962C8B-B14F-4D97-AF65-F5344CB8AC3E}">
        <p14:creationId xmlns:p14="http://schemas.microsoft.com/office/powerpoint/2010/main" val="28383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10EB2-2400-490D-874B-929B4BF0F776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8" name="Inhaltsplatzhalter 5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8"/>
          <a:stretch/>
        </p:blipFill>
        <p:spPr>
          <a:xfrm>
            <a:off x="-176988" y="57303"/>
            <a:ext cx="12368698" cy="6741368"/>
          </a:xfr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81522F3A-670F-4B13-A4E0-A4BD4C63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8368" y="404664"/>
            <a:ext cx="1937005" cy="648000"/>
          </a:xfrm>
        </p:spPr>
        <p:txBody>
          <a:bodyPr>
            <a:normAutofit fontScale="90000"/>
          </a:bodyPr>
          <a:lstStyle/>
          <a:p>
            <a:r>
              <a:rPr lang="de-CH" sz="5300" b="1">
                <a:solidFill>
                  <a:srgbClr val="7030A0"/>
                </a:solidFill>
              </a:rPr>
              <a:t>MERCI</a:t>
            </a:r>
            <a:endParaRPr lang="de-CH" sz="3200" b="1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27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Inhalte</a:t>
            </a:r>
            <a:br>
              <a:rPr lang="de-CH" sz="2800" dirty="0"/>
            </a:br>
            <a:r>
              <a:rPr lang="de-CH" sz="2800" dirty="0"/>
              <a:t>Diese Präsentation liefert Informationen zu folgenden 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600" dirty="0"/>
              <a:t>Was haben wir gesehen?</a:t>
            </a:r>
          </a:p>
          <a:p>
            <a:r>
              <a:rPr lang="de-DE" sz="2600" dirty="0"/>
              <a:t>Wie können wir dies organisieren?</a:t>
            </a:r>
          </a:p>
          <a:p>
            <a:r>
              <a:rPr lang="de-DE" sz="2600" dirty="0"/>
              <a:t>Was </a:t>
            </a:r>
            <a:r>
              <a:rPr lang="de-DE" sz="2600" dirty="0" err="1"/>
              <a:t>heisst</a:t>
            </a:r>
            <a:r>
              <a:rPr lang="de-DE" sz="2600" dirty="0"/>
              <a:t> das für unser Training?</a:t>
            </a:r>
          </a:p>
          <a:p>
            <a:r>
              <a:rPr lang="de-DE" sz="2600" dirty="0"/>
              <a:t>Was müssen wir sonst noch wissen?</a:t>
            </a:r>
          </a:p>
          <a:p>
            <a:r>
              <a:rPr lang="de-DE" sz="2600" dirty="0"/>
              <a:t>Diskussion / Fragen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115439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Diskussion </a:t>
            </a:r>
            <a:br>
              <a:rPr lang="de-CH" dirty="0"/>
            </a:br>
            <a:r>
              <a:rPr lang="de-CH" sz="2800" dirty="0"/>
              <a:t>Was haben wir gesehen?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altLang="de-DE" sz="2600" dirty="0">
                <a:cs typeface="Arial" panose="020B0604020202020204" pitchFamily="34" charset="0"/>
              </a:rPr>
              <a:t>Was ist euch beim Training aufgefallen?</a:t>
            </a:r>
          </a:p>
          <a:p>
            <a:r>
              <a:rPr lang="de-DE" altLang="de-DE" sz="2600" dirty="0">
                <a:cs typeface="Arial" panose="020B0604020202020204" pitchFamily="34" charset="0"/>
              </a:rPr>
              <a:t>Wie stimmte das Training mit dem </a:t>
            </a:r>
            <a:r>
              <a:rPr lang="de-DE" altLang="de-DE" sz="2600" dirty="0" err="1">
                <a:cs typeface="Arial" panose="020B0604020202020204" pitchFamily="34" charset="0"/>
              </a:rPr>
              <a:t>Trainingspräp</a:t>
            </a:r>
            <a:r>
              <a:rPr lang="de-DE" altLang="de-DE" sz="2600" dirty="0">
                <a:cs typeface="Arial" panose="020B0604020202020204" pitchFamily="34" charset="0"/>
              </a:rPr>
              <a:t> überein?</a:t>
            </a:r>
            <a:endParaRPr lang="de-CH" sz="26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337627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Trainingsschema im Kinderfussball </a:t>
            </a:r>
            <a:br>
              <a:rPr lang="de-CH" sz="5400" dirty="0"/>
            </a:br>
            <a:r>
              <a:rPr lang="de-CH" sz="2800" dirty="0"/>
              <a:t>Wie können wir dies organisieren?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F70E221-ED97-8ECA-4393-B2394E0F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02" y="1690688"/>
            <a:ext cx="1125179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70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EB800A6E-7B99-11AD-20A3-C4D1E6CDA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2" y="2504110"/>
            <a:ext cx="11251795" cy="360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</a:t>
            </a:r>
            <a:r>
              <a:rPr lang="de-DE" sz="2800" dirty="0" err="1"/>
              <a:t>heisst</a:t>
            </a:r>
            <a:r>
              <a:rPr lang="de-DE" sz="2800" dirty="0"/>
              <a:t> das für unser Training?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Mögliche Organisation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7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7A88E2-B1C5-CC79-3D6E-582A4CC63EC0}"/>
              </a:ext>
            </a:extLst>
          </p:cNvPr>
          <p:cNvSpPr txBox="1"/>
          <p:nvPr/>
        </p:nvSpPr>
        <p:spPr>
          <a:xfrm>
            <a:off x="2003677" y="4047615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gemeinsam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C89741D-E797-778F-9CC9-AA737E0BE46C}"/>
              </a:ext>
            </a:extLst>
          </p:cNvPr>
          <p:cNvSpPr txBox="1"/>
          <p:nvPr/>
        </p:nvSpPr>
        <p:spPr>
          <a:xfrm>
            <a:off x="4186963" y="3947756"/>
            <a:ext cx="1912884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Posten 1 + 4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C6E7330-BFCA-BC9B-76D7-00C0F19B6304}"/>
              </a:ext>
            </a:extLst>
          </p:cNvPr>
          <p:cNvSpPr txBox="1"/>
          <p:nvPr/>
        </p:nvSpPr>
        <p:spPr>
          <a:xfrm>
            <a:off x="4186963" y="5494834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Posten 2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3CA7807-F750-B3CF-BE0F-6CBFF84DF57C}"/>
              </a:ext>
            </a:extLst>
          </p:cNvPr>
          <p:cNvSpPr txBox="1"/>
          <p:nvPr/>
        </p:nvSpPr>
        <p:spPr>
          <a:xfrm>
            <a:off x="6756314" y="5494834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Posten 3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DE61DDA-8870-0EB1-6357-AD88AA61B193}"/>
              </a:ext>
            </a:extLst>
          </p:cNvPr>
          <p:cNvSpPr txBox="1"/>
          <p:nvPr/>
        </p:nvSpPr>
        <p:spPr>
          <a:xfrm>
            <a:off x="9497620" y="4048399"/>
            <a:ext cx="1594070" cy="435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gemeinsam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14" name="Pfeil: gebogen 13">
            <a:extLst>
              <a:ext uri="{FF2B5EF4-FFF2-40B4-BE49-F238E27FC236}">
                <a16:creationId xmlns:a16="http://schemas.microsoft.com/office/drawing/2014/main" id="{C6F9E6DF-9BD5-5426-092D-15C2095C3E02}"/>
              </a:ext>
            </a:extLst>
          </p:cNvPr>
          <p:cNvSpPr/>
          <p:nvPr/>
        </p:nvSpPr>
        <p:spPr bwMode="auto">
          <a:xfrm rot="16471117" flipH="1">
            <a:off x="3048303" y="4283351"/>
            <a:ext cx="2037396" cy="1275256"/>
          </a:xfrm>
          <a:prstGeom prst="circularArrow">
            <a:avLst>
              <a:gd name="adj1" fmla="val 5076"/>
              <a:gd name="adj2" fmla="val 1142319"/>
              <a:gd name="adj3" fmla="val 21374196"/>
              <a:gd name="adj4" fmla="val 10800000"/>
              <a:gd name="adj5" fmla="val 14457"/>
            </a:avLst>
          </a:prstGeom>
          <a:solidFill>
            <a:srgbClr val="FF0000"/>
          </a:solidFill>
          <a:ln w="9525" cap="flat" cmpd="sng" algn="ctr">
            <a:solidFill>
              <a:srgbClr val="FF1B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15" name="Pfeil: gebogen 14">
            <a:extLst>
              <a:ext uri="{FF2B5EF4-FFF2-40B4-BE49-F238E27FC236}">
                <a16:creationId xmlns:a16="http://schemas.microsoft.com/office/drawing/2014/main" id="{72CA2FC1-6CC8-73B7-F078-9719106C6F38}"/>
              </a:ext>
            </a:extLst>
          </p:cNvPr>
          <p:cNvSpPr/>
          <p:nvPr/>
        </p:nvSpPr>
        <p:spPr bwMode="auto">
          <a:xfrm rot="2937686" flipH="1">
            <a:off x="6966686" y="3903373"/>
            <a:ext cx="2037396" cy="1275256"/>
          </a:xfrm>
          <a:prstGeom prst="circularArrow">
            <a:avLst>
              <a:gd name="adj1" fmla="val 5076"/>
              <a:gd name="adj2" fmla="val 1142319"/>
              <a:gd name="adj3" fmla="val 21374196"/>
              <a:gd name="adj4" fmla="val 10800000"/>
              <a:gd name="adj5" fmla="val 14457"/>
            </a:avLst>
          </a:prstGeom>
          <a:solidFill>
            <a:srgbClr val="FF0000"/>
          </a:solidFill>
          <a:ln w="9525" cap="flat" cmpd="sng" algn="ctr">
            <a:solidFill>
              <a:srgbClr val="FF1B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984FC429-8690-352D-47FF-68B2CED27C89}"/>
              </a:ext>
            </a:extLst>
          </p:cNvPr>
          <p:cNvSpPr/>
          <p:nvPr/>
        </p:nvSpPr>
        <p:spPr bwMode="auto">
          <a:xfrm>
            <a:off x="5727199" y="5551732"/>
            <a:ext cx="769342" cy="217706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rgbClr val="FF1B1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7599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</a:t>
            </a:r>
            <a:r>
              <a:rPr lang="de-DE" sz="2800" dirty="0" err="1"/>
              <a:t>heisst</a:t>
            </a:r>
            <a:r>
              <a:rPr lang="de-DE" sz="2800" dirty="0"/>
              <a:t> das für unser Training?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Methodischer Fahrplan für jede Übung/ Spielform im Training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8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065B8C0-A17B-1EB1-DBE8-061B2B82A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32" t="12251" r="9230" b="12959"/>
          <a:stretch/>
        </p:blipFill>
        <p:spPr>
          <a:xfrm>
            <a:off x="985621" y="2619000"/>
            <a:ext cx="10220757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633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CH" sz="5400"/>
              <a:t>Take Home Message</a:t>
            </a:r>
            <a:endParaRPr lang="de-DE" sz="5400"/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90D528-F8AD-4445-B9AF-991B4018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CH" sz="2200">
                <a:ea typeface="Calibri"/>
                <a:cs typeface="Calibri"/>
              </a:rPr>
              <a:t>Trainingsbetrieb mit bis zu 30 Kindern auf einer Hälfte des 11er-Felds möglich</a:t>
            </a:r>
            <a:endParaRPr lang="en-US" sz="2200"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CH" sz="2200">
                <a:ea typeface="Calibri"/>
                <a:cs typeface="Calibri"/>
              </a:rPr>
              <a:t>In Poolorganisation Einbezug von Hilfstrainer:innen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de-CH" sz="2200">
                <a:ea typeface="Calibri"/>
                <a:cs typeface="Calibri"/>
              </a:rPr>
              <a:t>Hohe Bewegungs- und Lernzeit durch effiziente Trainingsgestaltung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de-CH" sz="2200">
              <a:ea typeface="Calibri"/>
              <a:cs typeface="Calibri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de-CH" sz="2200">
              <a:ea typeface="Calibri"/>
              <a:cs typeface="Calibri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Datum der Präsentation</a:t>
            </a:r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43DA5EF-3111-2AEF-C577-E1255F5611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de-CH" dirty="0">
                <a:solidFill>
                  <a:srgbClr val="FFFFFF"/>
                </a:solidFill>
              </a:rPr>
              <a:t>KIFU-Mentoring - Beispieltraining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16AB213-EF28-49F9-86B8-431E92A3F2A7}" type="slidenum">
              <a:rPr lang="de-CH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de-CH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71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BD57-529E-FF23-0EA4-32270226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135C6-80A8-9D10-49E1-C784E831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cs typeface="Calibri Light" panose="020F0302020204030204"/>
              </a:rPr>
              <a:t>Social</a:t>
            </a:r>
            <a:r>
              <a:rPr lang="de-DE" dirty="0">
                <a:cs typeface="Calibri Light" panose="020F0302020204030204"/>
              </a:rPr>
              <a:t> Media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D7F102-EA10-1A38-4A35-7C360B12B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3329DB-7CF5-03D8-0B17-D4F8A63C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10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C1338B-B3F7-B0E4-E6F0-D80A2FD55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  <a:endParaRPr lang="de-CH" dirty="0">
              <a:solidFill>
                <a:srgbClr val="000000"/>
              </a:solidFill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10B1626-09D3-7328-D3B3-D10C1576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85330"/>
            <a:ext cx="3911714" cy="449430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ACC750E-6C90-80F3-F10D-0006D2A83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074" y="1631548"/>
            <a:ext cx="3911714" cy="44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63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Anhang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11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34E8741E-DDD3-DB46-F96F-3D3223BE4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06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9FB0710-06F8-90E1-6A35-D9BD7F9741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6"/>
          <a:stretch/>
        </p:blipFill>
        <p:spPr>
          <a:xfrm>
            <a:off x="3454509" y="1751294"/>
            <a:ext cx="5282981" cy="450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</a:t>
            </a:r>
            <a:r>
              <a:rPr lang="de-CH" sz="4900" dirty="0"/>
              <a:t> </a:t>
            </a:r>
            <a:br>
              <a:rPr lang="de-CH" sz="6000" dirty="0"/>
            </a:br>
            <a:r>
              <a:rPr lang="de-DE" sz="2800" dirty="0"/>
              <a:t>Was müssen wir sonst noch wissen?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Rad der Variation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12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</p:spTree>
    <p:extLst>
      <p:ext uri="{BB962C8B-B14F-4D97-AF65-F5344CB8AC3E}">
        <p14:creationId xmlns:p14="http://schemas.microsoft.com/office/powerpoint/2010/main" val="1313186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müssen wir sonst noch wissen?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</a:t>
            </a:r>
            <a:r>
              <a:rPr lang="de-CH" dirty="0" err="1"/>
              <a:t>mpfohlene</a:t>
            </a:r>
            <a:r>
              <a:rPr lang="de-CH" dirty="0"/>
              <a:t> Spiel-/Trainingsgrundordnung Kleinfeld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3877E83-CC2B-4D03-3A2C-7149F9C8B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069" y="2396350"/>
            <a:ext cx="8845862" cy="3960000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A085CB3-544A-C737-E9DE-4FB1CBC2D8DC}"/>
              </a:ext>
            </a:extLst>
          </p:cNvPr>
          <p:cNvGrpSpPr/>
          <p:nvPr/>
        </p:nvGrpSpPr>
        <p:grpSpPr>
          <a:xfrm>
            <a:off x="7739814" y="3694930"/>
            <a:ext cx="1488240" cy="1102320"/>
            <a:chOff x="7954966" y="3842848"/>
            <a:chExt cx="1488240" cy="11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CC30699D-287C-5201-501D-652E554F1C02}"/>
                    </a:ext>
                  </a:extLst>
                </p14:cNvPr>
                <p14:cNvContentPartPr/>
                <p14:nvPr/>
              </p14:nvContentPartPr>
              <p14:xfrm>
                <a:off x="7954966" y="4463848"/>
                <a:ext cx="1480680" cy="48132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01F2F4ED-C6EA-F66D-2EDC-A70F1882EF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18975" y="4427875"/>
                  <a:ext cx="1552303" cy="5529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D7123DF4-6F35-5683-D14F-E257A347CBA1}"/>
                    </a:ext>
                  </a:extLst>
                </p14:cNvPr>
                <p14:cNvContentPartPr/>
                <p14:nvPr/>
              </p14:nvContentPartPr>
              <p14:xfrm>
                <a:off x="7973686" y="3842848"/>
                <a:ext cx="270000" cy="108216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5DCB014C-14B3-16F8-CE85-6BA7F2D0738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37686" y="3806860"/>
                  <a:ext cx="341640" cy="11537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EC60514A-B027-88DC-A775-6D242A9B77DD}"/>
                    </a:ext>
                  </a:extLst>
                </p14:cNvPr>
                <p14:cNvContentPartPr/>
                <p14:nvPr/>
              </p14:nvContentPartPr>
              <p14:xfrm>
                <a:off x="8279326" y="3865888"/>
                <a:ext cx="1163880" cy="59328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07227266-EA7C-5EF5-DA7E-B422794126F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43326" y="3829888"/>
                  <a:ext cx="1235520" cy="664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910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14D66-FE84-483B-A59B-1F07C0E9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Konsequenzen für das eigene Training </a:t>
            </a:r>
            <a:br>
              <a:rPr lang="de-CH" sz="4800" dirty="0"/>
            </a:br>
            <a:r>
              <a:rPr lang="de-DE" sz="2800" dirty="0"/>
              <a:t>Was müssen wir sonst noch wissen?</a:t>
            </a:r>
            <a:endParaRPr lang="de-CH" sz="2800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40D5F9C-2670-A178-9C45-3AA31ECB1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</a:t>
            </a:r>
            <a:r>
              <a:rPr lang="de-CH" dirty="0" err="1"/>
              <a:t>mpfohlene</a:t>
            </a:r>
            <a:r>
              <a:rPr lang="de-CH" dirty="0"/>
              <a:t> Spiel-/Trainingsgrundordnung Grossfeld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5F043-99F8-4E76-B5BC-C57C9682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Datum der Präsentation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E08616-4D66-48BC-8312-E82A6ED3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B213-EF28-49F9-86B8-431E92A3F2A7}" type="slidenum">
              <a:rPr lang="de-CH" smtClean="0"/>
              <a:t>14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B00DF8-8609-40F9-B4BB-746B1E0F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KIFU-Mentoring - Beispieltraining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05A44B5-90AB-C26F-3DD9-9605ACBF1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542" y="2396350"/>
            <a:ext cx="8804915" cy="3960000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869DA41-25CE-3B81-0C8C-F0EAAE825FDB}"/>
              </a:ext>
            </a:extLst>
          </p:cNvPr>
          <p:cNvGrpSpPr/>
          <p:nvPr/>
        </p:nvGrpSpPr>
        <p:grpSpPr>
          <a:xfrm>
            <a:off x="2904477" y="3705076"/>
            <a:ext cx="2014037" cy="1412652"/>
            <a:chOff x="2717130" y="3828909"/>
            <a:chExt cx="2053276" cy="144834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2F7CEE57-4E9F-E8F4-CA02-B266A67709EA}"/>
                    </a:ext>
                  </a:extLst>
                </p14:cNvPr>
                <p14:cNvContentPartPr/>
                <p14:nvPr/>
              </p14:nvContentPartPr>
              <p14:xfrm>
                <a:off x="2717130" y="4534065"/>
                <a:ext cx="990937" cy="738189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2F7CEE57-4E9F-E8F4-CA02-B266A67709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80429" y="4497156"/>
                  <a:ext cx="1063973" cy="811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6196E6C0-4D08-C6E6-2877-6459CC934725}"/>
                    </a:ext>
                  </a:extLst>
                </p14:cNvPr>
                <p14:cNvContentPartPr/>
                <p14:nvPr/>
              </p14:nvContentPartPr>
              <p14:xfrm>
                <a:off x="3711286" y="3863008"/>
                <a:ext cx="1059120" cy="71424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46F4DC5B-DCCD-97C9-32AC-4E4937F5CC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75286" y="3827026"/>
                  <a:ext cx="1130760" cy="7858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38D2888B-6890-8B73-769A-9C66305CF9F8}"/>
                    </a:ext>
                  </a:extLst>
                </p14:cNvPr>
                <p14:cNvContentPartPr/>
                <p14:nvPr/>
              </p14:nvContentPartPr>
              <p14:xfrm>
                <a:off x="3717046" y="4596130"/>
                <a:ext cx="1049040" cy="681120"/>
              </p14:xfrm>
            </p:contentPart>
          </mc:Choice>
          <mc:Fallback xmlns=""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38D2888B-6890-8B73-769A-9C66305CF9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80341" y="4559233"/>
                  <a:ext cx="1122084" cy="754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C75F6F6E-2CB8-0D3D-E3E1-2CCDCEEEBAEF}"/>
                    </a:ext>
                  </a:extLst>
                </p14:cNvPr>
                <p14:cNvContentPartPr/>
                <p14:nvPr/>
              </p14:nvContentPartPr>
              <p14:xfrm>
                <a:off x="2721751" y="3828909"/>
                <a:ext cx="954236" cy="664371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C75F6F6E-2CB8-0D3D-E3E1-2CCDCEEEBA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85035" y="3791999"/>
                  <a:ext cx="1027300" cy="73782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B4EB148-AE03-BCA0-6A04-741382D2CB7C}"/>
              </a:ext>
            </a:extLst>
          </p:cNvPr>
          <p:cNvGrpSpPr/>
          <p:nvPr/>
        </p:nvGrpSpPr>
        <p:grpSpPr>
          <a:xfrm>
            <a:off x="7515065" y="4442518"/>
            <a:ext cx="1675800" cy="763560"/>
            <a:chOff x="7728886" y="4611808"/>
            <a:chExt cx="1675800" cy="76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34E4E212-4DF5-9FE4-289F-C273F86721FC}"/>
                    </a:ext>
                  </a:extLst>
                </p14:cNvPr>
                <p14:cNvContentPartPr/>
                <p14:nvPr/>
              </p14:nvContentPartPr>
              <p14:xfrm>
                <a:off x="8564086" y="5017888"/>
                <a:ext cx="840600" cy="339840"/>
              </p14:xfrm>
            </p:contentPart>
          </mc:Choice>
          <mc:Fallback xmlns=""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7F515A06-CAE4-5DFD-8E4B-B07D6C41E3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28071" y="4981888"/>
                  <a:ext cx="912271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814F38E3-6BD3-3B34-C52D-03D2639B0FCD}"/>
                    </a:ext>
                  </a:extLst>
                </p14:cNvPr>
                <p14:cNvContentPartPr/>
                <p14:nvPr/>
              </p14:nvContentPartPr>
              <p14:xfrm>
                <a:off x="7732126" y="4611808"/>
                <a:ext cx="779040" cy="363600"/>
              </p14:xfrm>
            </p:contentPart>
          </mc:Choice>
          <mc:Fallback xmlns=""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919ECBFA-A33B-C7CF-72D9-94B95AB0353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96143" y="4575808"/>
                  <a:ext cx="850647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C93CBF0C-4429-A2AC-1808-8F0BD092E6E1}"/>
                    </a:ext>
                  </a:extLst>
                </p14:cNvPr>
                <p14:cNvContentPartPr/>
                <p14:nvPr/>
              </p14:nvContentPartPr>
              <p14:xfrm>
                <a:off x="8534926" y="4630168"/>
                <a:ext cx="826560" cy="385560"/>
              </p14:xfrm>
            </p:contentPart>
          </mc:Choice>
          <mc:Fallback xmlns=""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58D7891E-8144-C373-1C0E-FD67244295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8910" y="4594168"/>
                  <a:ext cx="898231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379B87A5-F5F0-7524-EE47-C0E3CE862C14}"/>
                    </a:ext>
                  </a:extLst>
                </p14:cNvPr>
                <p14:cNvContentPartPr/>
                <p14:nvPr/>
              </p14:nvContentPartPr>
              <p14:xfrm>
                <a:off x="7728886" y="4974328"/>
                <a:ext cx="821520" cy="401040"/>
              </p14:xfrm>
            </p:contentPart>
          </mc:Choice>
          <mc:Fallback xmlns=""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7393C01F-ACB4-59CA-7498-2D451F6998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92902" y="4938328"/>
                  <a:ext cx="893129" cy="47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9BE7176-7EF1-B815-C19D-0B15447CCE99}"/>
              </a:ext>
            </a:extLst>
          </p:cNvPr>
          <p:cNvGrpSpPr/>
          <p:nvPr/>
        </p:nvGrpSpPr>
        <p:grpSpPr>
          <a:xfrm>
            <a:off x="7690205" y="3759148"/>
            <a:ext cx="1250640" cy="671400"/>
            <a:chOff x="7906391" y="3863728"/>
            <a:chExt cx="1250640" cy="67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FC869017-03CD-FE96-B54B-31AA51C085F0}"/>
                    </a:ext>
                  </a:extLst>
                </p14:cNvPr>
                <p14:cNvContentPartPr/>
                <p14:nvPr/>
              </p14:nvContentPartPr>
              <p14:xfrm>
                <a:off x="7925471" y="3866608"/>
                <a:ext cx="601920" cy="668520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79022594-D921-D57C-3018-1253B05E2E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89471" y="3830608"/>
                  <a:ext cx="67356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5565E14C-6A12-2B6C-FC2B-6AFEA99B150A}"/>
                    </a:ext>
                  </a:extLst>
                </p14:cNvPr>
                <p14:cNvContentPartPr/>
                <p14:nvPr/>
              </p14:nvContentPartPr>
              <p14:xfrm>
                <a:off x="8569151" y="3978208"/>
                <a:ext cx="586080" cy="54648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868F9377-285F-309F-7FA6-6EA922C92AF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33129" y="3942184"/>
                  <a:ext cx="657764" cy="618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2F74F628-E320-9E24-04CA-8A1C4C48707E}"/>
                    </a:ext>
                  </a:extLst>
                </p14:cNvPr>
                <p14:cNvContentPartPr/>
                <p14:nvPr/>
              </p14:nvContentPartPr>
              <p14:xfrm>
                <a:off x="7906391" y="3863728"/>
                <a:ext cx="1250640" cy="10980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9E6C3559-621D-C4C3-4D44-797FF78CD9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70391" y="3827728"/>
                  <a:ext cx="1322280" cy="18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783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31e2e5-a8a7-498a-aa6f-8be7c4a4f031">
      <Terms xmlns="http://schemas.microsoft.com/office/infopath/2007/PartnerControls"/>
    </lcf76f155ced4ddcb4097134ff3c332f>
    <FCLangenthal xmlns="6d31e2e5-a8a7-498a-aa6f-8be7c4a4f03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1FCD107DF514A8859BCDB56735D47" ma:contentTypeVersion="11" ma:contentTypeDescription="Create a new document." ma:contentTypeScope="" ma:versionID="6f30ac3e4d74510fed27efa433f619c1">
  <xsd:schema xmlns:xsd="http://www.w3.org/2001/XMLSchema" xmlns:xs="http://www.w3.org/2001/XMLSchema" xmlns:p="http://schemas.microsoft.com/office/2006/metadata/properties" xmlns:ns2="6d31e2e5-a8a7-498a-aa6f-8be7c4a4f031" targetNamespace="http://schemas.microsoft.com/office/2006/metadata/properties" ma:root="true" ma:fieldsID="cb238fe6727a650d607bb0c52a12815e" ns2:_="">
    <xsd:import namespace="6d31e2e5-a8a7-498a-aa6f-8be7c4a4f0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FCLangentha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31e2e5-a8a7-498a-aa6f-8be7c4a4f0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baddf16-095b-4e4c-9a3a-8a66ec619d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FCLangenthal" ma:index="18" nillable="true" ma:displayName="FC Langenthal" ma:description="Gespräch technischer Leiter" ma:format="Dropdown" ma:internalName="FCLangenthal">
      <xsd:simpleType>
        <xsd:restriction base="dms:Choice">
          <xsd:enumeration value="Auswahl 1"/>
          <xsd:enumeration value="Auswahl 2"/>
          <xsd:enumeration value="Auswahl 3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7D61DE-6FC6-4D4A-8CB2-726883CBA8AE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18fce46-21af-4e0c-95a2-16d96657deb2"/>
    <ds:schemaRef ds:uri="fd887184-009e-4f9e-bbfc-9ce5b8ec9e07"/>
    <ds:schemaRef ds:uri="http://schemas.microsoft.com/office/2006/metadata/properties"/>
    <ds:schemaRef ds:uri="http://purl.org/dc/elements/1.1/"/>
    <ds:schemaRef ds:uri="6d31e2e5-a8a7-498a-aa6f-8be7c4a4f031"/>
  </ds:schemaRefs>
</ds:datastoreItem>
</file>

<file path=customXml/itemProps2.xml><?xml version="1.0" encoding="utf-8"?>
<ds:datastoreItem xmlns:ds="http://schemas.openxmlformats.org/officeDocument/2006/customXml" ds:itemID="{8956F6DA-6839-4D44-9DA0-B9BB48630F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31e2e5-a8a7-498a-aa6f-8be7c4a4f0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CDCE4C-B7D2-4FFE-8BE9-04F8EAA817C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Breitbild</PresentationFormat>
  <Paragraphs>84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</vt:lpstr>
      <vt:lpstr>VORBEREITUNGEN für KIFU-Mentoring-Abend</vt:lpstr>
      <vt:lpstr>KIFU-Mentoring FVBJ Beispieltrainings</vt:lpstr>
      <vt:lpstr>MERCI</vt:lpstr>
      <vt:lpstr>Inhalte Diese Präsentation liefert Informationen zu folgenden Fragen</vt:lpstr>
      <vt:lpstr>Diskussion  Was haben wir gesehen?</vt:lpstr>
      <vt:lpstr>Trainingsschema im Kinderfussball  Wie können wir dies organisieren?</vt:lpstr>
      <vt:lpstr>Konsequenzen für das eigene Training  Was heisst das für unser Training?</vt:lpstr>
      <vt:lpstr>Konsequenzen für das eigene Training  Was heisst das für unser Training?</vt:lpstr>
      <vt:lpstr>Take Home Message</vt:lpstr>
      <vt:lpstr>Social Media</vt:lpstr>
      <vt:lpstr>Anhang</vt:lpstr>
      <vt:lpstr>Konsequenzen für das eigene Training  Was müssen wir sonst noch wissen?</vt:lpstr>
      <vt:lpstr>Konsequenzen für das eigene Training  Was müssen wir sonst noch wissen?</vt:lpstr>
      <vt:lpstr>Konsequenzen für das eigene Training  Was müssen wir sonst noch wissen?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Haldemann Nino</dc:creator>
  <cp:lastModifiedBy>Schwab Janis</cp:lastModifiedBy>
  <cp:revision>107</cp:revision>
  <dcterms:created xsi:type="dcterms:W3CDTF">2020-09-24T08:49:55Z</dcterms:created>
  <dcterms:modified xsi:type="dcterms:W3CDTF">2025-05-26T09:23:16Z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0x0101002561FCD107DF514A8859BCDB56735D47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